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9A47267-73AC-4C31-8C17-D55F8AB89E9C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48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red building&#10;&#10;Description automatically generated">
            <a:extLst>
              <a:ext uri="{FF2B5EF4-FFF2-40B4-BE49-F238E27FC236}">
                <a16:creationId xmlns:a16="http://schemas.microsoft.com/office/drawing/2014/main" id="{6DDA2A19-6321-8DCB-6D47-C55C7D4F92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81D1E6-FD33-9EFE-21EE-41D9D2F46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B09FCE-D617-66FA-CAAC-D350EFD5B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vi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C6939-2D04-6DE1-62A2-516641144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F64BF-FBE9-4D0B-BBB8-401F7AE8CEA6}" type="datetimeFigureOut">
              <a:rPr lang="vi-VN" smtClean="0"/>
              <a:t>06/12/2023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EA3DB-5FF9-C161-AED3-FEA3C4B84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931C1-0396-EE7D-5934-AE9AF04A5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7A9B-8B39-4221-8D95-DA4C18CFCCB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28272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building in the background&#10;&#10;Description automatically generated">
            <a:extLst>
              <a:ext uri="{FF2B5EF4-FFF2-40B4-BE49-F238E27FC236}">
                <a16:creationId xmlns:a16="http://schemas.microsoft.com/office/drawing/2014/main" id="{FB722E27-97CC-B701-74B5-171565ED39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966F75-B885-5D6E-5BAA-E83798293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735" y="822325"/>
            <a:ext cx="10515600" cy="823913"/>
          </a:xfrm>
        </p:spPr>
        <p:txBody>
          <a:bodyPr/>
          <a:lstStyle>
            <a:lvl1pPr>
              <a:defRPr>
                <a:solidFill>
                  <a:srgbClr val="0B4874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887B6-0AE8-CB05-6C42-2EB563412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B4874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rgbClr val="0B4874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rgbClr val="0B4874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rgbClr val="0B4874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rgbClr val="0B4874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5C65D-B4D2-DD60-1277-0656682AF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F64BF-FBE9-4D0B-BBB8-401F7AE8CEA6}" type="datetimeFigureOut">
              <a:rPr lang="vi-VN" smtClean="0"/>
              <a:t>06/12/2023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50075-C56D-DEBA-AC8C-AF37F89A6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2F94A-9C25-C009-FC10-0F843D61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7A9B-8B39-4221-8D95-DA4C18CFCCB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65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red building&#10;&#10;Description automatically generated">
            <a:extLst>
              <a:ext uri="{FF2B5EF4-FFF2-40B4-BE49-F238E27FC236}">
                <a16:creationId xmlns:a16="http://schemas.microsoft.com/office/drawing/2014/main" id="{26133B17-8D20-4486-F926-8FEF5AF375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155E1D-6A36-72D4-7574-8C8ECC430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6B6DF-598E-FB72-4408-C648D745F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64F1A-01E7-3634-880D-05A4B2758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F64BF-FBE9-4D0B-BBB8-401F7AE8CEA6}" type="datetimeFigureOut">
              <a:rPr lang="vi-VN" smtClean="0"/>
              <a:t>06/12/2023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7D9D5-C28F-376D-C20C-85CC50146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2D473-F64F-90E1-F861-FCA897B76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7A9B-8B39-4221-8D95-DA4C18CFCCB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28132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background with a building in the background&#10;&#10;Description automatically generated">
            <a:extLst>
              <a:ext uri="{FF2B5EF4-FFF2-40B4-BE49-F238E27FC236}">
                <a16:creationId xmlns:a16="http://schemas.microsoft.com/office/drawing/2014/main" id="{65715C28-CD8C-A580-539D-832ECA09C2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4A1030-F56E-8AC8-7923-1E3771B1C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857" y="580786"/>
            <a:ext cx="10515600" cy="1325563"/>
          </a:xfrm>
        </p:spPr>
        <p:txBody>
          <a:bodyPr/>
          <a:lstStyle>
            <a:lvl1pPr>
              <a:defRPr>
                <a:solidFill>
                  <a:srgbClr val="0B4874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32806-6D5F-2937-3166-E043F660EF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0B4874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rgbClr val="0B4874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rgbClr val="0B4874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rgbClr val="0B4874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rgbClr val="0B4874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B31A1-E272-8B7C-5C38-188603CAA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0B4874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rgbClr val="0B4874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rgbClr val="0B4874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rgbClr val="0B4874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rgbClr val="0B4874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DA35E-E0D9-74D6-E363-CB70BF0E7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F64BF-FBE9-4D0B-BBB8-401F7AE8CEA6}" type="datetimeFigureOut">
              <a:rPr lang="vi-VN" smtClean="0"/>
              <a:t>06/12/2023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83BE0-C326-B0E2-F007-6ADB326B1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66E98-666F-6DDF-8E84-9A0BB200D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7A9B-8B39-4221-8D95-DA4C18CFCCB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02595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building in the background&#10;&#10;Description automatically generated">
            <a:extLst>
              <a:ext uri="{FF2B5EF4-FFF2-40B4-BE49-F238E27FC236}">
                <a16:creationId xmlns:a16="http://schemas.microsoft.com/office/drawing/2014/main" id="{59E9EF93-1BBC-EA9A-21BE-FB063AFFDE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D99DF0-3FC8-2F21-3C60-C07681DBF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62431-B6C4-C1A6-124A-D61C3B135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EB3FA3-15E7-B14A-9111-64A6179A9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97CEEF-DD4F-AECB-7A83-634ADFD4F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7D937-1629-0414-1CC5-E98D9B2930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A222F5-EAF0-D723-47F5-6B7AF1D63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F64BF-FBE9-4D0B-BBB8-401F7AE8CEA6}" type="datetimeFigureOut">
              <a:rPr lang="vi-VN" smtClean="0"/>
              <a:t>06/12/2023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C336A3-B308-0932-343E-56B3F8464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720C78-3C06-19CF-6560-9952A8BCF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7A9B-8B39-4221-8D95-DA4C18CFCCB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0265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70C3D-BD73-6170-9712-88731D88A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4EC065-209D-C314-1447-42E03AC2E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F64BF-FBE9-4D0B-BBB8-401F7AE8CEA6}" type="datetimeFigureOut">
              <a:rPr lang="vi-VN" smtClean="0"/>
              <a:t>06/12/2023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8EC50-3710-895D-79DF-A1FA3DAD1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AE11A4-C1ED-49C5-B08E-180D6F7EB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7A9B-8B39-4221-8D95-DA4C18CFCCB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92481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9B0B64-ACB2-99E5-AD2D-DEA4715D7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F64BF-FBE9-4D0B-BBB8-401F7AE8CEA6}" type="datetimeFigureOut">
              <a:rPr lang="vi-VN" smtClean="0"/>
              <a:t>06/12/2023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7A14C9-6F80-2BB5-C30F-25348B129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DB8FF-A973-48EA-743D-0C60E896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7A9B-8B39-4221-8D95-DA4C18CFCCB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64148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417DD-83EE-DC40-92A3-27F9A98BF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A4A75-3CF7-52A1-A852-995D8A925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14A7A-D60C-013A-5CFB-0FC4B91C29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DC7F72-E9CF-FAE1-B984-4E1F0D924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F64BF-FBE9-4D0B-BBB8-401F7AE8CEA6}" type="datetimeFigureOut">
              <a:rPr lang="vi-VN" smtClean="0"/>
              <a:t>06/12/2023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0FBCB-4902-E02A-4603-F5DF52CA0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05EC6C-613E-08C8-EAF7-B294E721B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7A9B-8B39-4221-8D95-DA4C18CFCCB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31357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98B04-5BD0-C175-8513-A435C851E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A28EFB-F459-23B6-1657-4FFB38C24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7A78F3-5655-DAFA-1E2D-5A3F936FD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948B9-B0CB-A9B0-B3D1-DC60CDC49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F64BF-FBE9-4D0B-BBB8-401F7AE8CEA6}" type="datetimeFigureOut">
              <a:rPr lang="vi-VN" smtClean="0"/>
              <a:t>06/12/2023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D61883-4F21-AD06-AC25-F365EAC5B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2A818-EEF7-DBA9-7F94-4E65EAEBD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7A9B-8B39-4221-8D95-DA4C18CFCCB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37607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1BD89-9AF8-6B74-7CB9-4335D5C71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F80BE7-55C2-BE06-417D-9ABC6760A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79C3A-7A84-4030-BBFC-685E95DC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F64BF-FBE9-4D0B-BBB8-401F7AE8CEA6}" type="datetimeFigureOut">
              <a:rPr lang="vi-VN" smtClean="0"/>
              <a:t>06/12/2023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D2D19-E095-5855-B9E6-5C3E20033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A3970-CFDA-A67E-5E8B-BF413F81C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7A9B-8B39-4221-8D95-DA4C18CFCCB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2957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FCC6E9-16D3-51B2-6677-C64585C58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C3F857-4867-5374-6AF4-2D97195C90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558C2-7CDF-5549-2296-5EE7C3C6A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F64BF-FBE9-4D0B-BBB8-401F7AE8CEA6}" type="datetimeFigureOut">
              <a:rPr lang="vi-VN" smtClean="0"/>
              <a:t>06/12/2023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82CA6-7805-A1E0-516D-93ABD243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D646B-AADA-EB1B-90A5-BC4D6A2B5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7A9B-8B39-4221-8D95-DA4C18CFCCB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9030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F7436-1F36-D0B1-2451-E3BA007A0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7324D-BB61-1AA4-3B7F-4898D4BA7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E099E-1B7A-FACC-DCB0-FE9DA0AA34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F64BF-FBE9-4D0B-BBB8-401F7AE8CEA6}" type="datetimeFigureOut">
              <a:rPr lang="vi-VN" smtClean="0"/>
              <a:t>06/12/2023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F129E-3D5E-B991-0510-D137A756E0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BB40F-2AF8-02D1-E6D7-5FA0A1E8F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B7A9B-8B39-4221-8D95-DA4C18CFCCB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1050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45586-BE62-0B39-CB61-DD8290E369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NỘI DUNG</a:t>
            </a:r>
            <a:endParaRPr lang="vi-V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149EE8-3F81-89B0-714B-6082DD28D5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NỘI DUNG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643487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71CA-B028-066D-DBB8-F93D091AC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TIÊU ĐỀ 1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B792-DFD3-374D-AE4B-BD034BF01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15299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B4352-746F-29E8-8DF4-930A46AB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TIÊU ĐỀ 2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F2665-B390-BAC8-0A9A-45401F944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42832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</TotalTime>
  <Words>10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NỘI DUNG</vt:lpstr>
      <vt:lpstr>TIÊU ĐỀ 1</vt:lpstr>
      <vt:lpstr>TIÊU ĐỀ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Duong Xuan Huy</dc:creator>
  <cp:lastModifiedBy>Duong Xuan Huy</cp:lastModifiedBy>
  <cp:revision>2</cp:revision>
  <dcterms:created xsi:type="dcterms:W3CDTF">2023-12-06T02:10:15Z</dcterms:created>
  <dcterms:modified xsi:type="dcterms:W3CDTF">2023-12-06T02:25:41Z</dcterms:modified>
</cp:coreProperties>
</file>