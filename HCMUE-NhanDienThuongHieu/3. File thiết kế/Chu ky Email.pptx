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  <p:sldId id="258" r:id="rId4"/>
    <p:sldId id="259" r:id="rId5"/>
  </p:sldIdLst>
  <p:sldSz cx="10799763" cy="38671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974"/>
    <a:srgbClr val="C04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41" autoAdjust="0"/>
    <p:restoredTop sz="94660"/>
  </p:normalViewPr>
  <p:slideViewPr>
    <p:cSldViewPr snapToGrid="0">
      <p:cViewPr>
        <p:scale>
          <a:sx n="125" d="100"/>
          <a:sy n="125" d="100"/>
        </p:scale>
        <p:origin x="906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632888"/>
            <a:ext cx="8099822" cy="1346341"/>
          </a:xfrm>
        </p:spPr>
        <p:txBody>
          <a:bodyPr anchor="b"/>
          <a:lstStyle>
            <a:lvl1pPr algn="ctr">
              <a:defRPr sz="33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031149"/>
            <a:ext cx="8099822" cy="933666"/>
          </a:xfrm>
        </p:spPr>
        <p:txBody>
          <a:bodyPr/>
          <a:lstStyle>
            <a:lvl1pPr marL="0" indent="0" algn="ctr">
              <a:buNone/>
              <a:defRPr sz="1353"/>
            </a:lvl1pPr>
            <a:lvl2pPr marL="257815" indent="0" algn="ctr">
              <a:buNone/>
              <a:defRPr sz="1128"/>
            </a:lvl2pPr>
            <a:lvl3pPr marL="515630" indent="0" algn="ctr">
              <a:buNone/>
              <a:defRPr sz="1015"/>
            </a:lvl3pPr>
            <a:lvl4pPr marL="773445" indent="0" algn="ctr">
              <a:buNone/>
              <a:defRPr sz="902"/>
            </a:lvl4pPr>
            <a:lvl5pPr marL="1031260" indent="0" algn="ctr">
              <a:buNone/>
              <a:defRPr sz="902"/>
            </a:lvl5pPr>
            <a:lvl6pPr marL="1289075" indent="0" algn="ctr">
              <a:buNone/>
              <a:defRPr sz="902"/>
            </a:lvl6pPr>
            <a:lvl7pPr marL="1546890" indent="0" algn="ctr">
              <a:buNone/>
              <a:defRPr sz="902"/>
            </a:lvl7pPr>
            <a:lvl8pPr marL="1804706" indent="0" algn="ctr">
              <a:buNone/>
              <a:defRPr sz="902"/>
            </a:lvl8pPr>
            <a:lvl9pPr marL="2062521" indent="0" algn="ctr">
              <a:buNone/>
              <a:defRPr sz="90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61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6866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964102"/>
            <a:ext cx="9314796" cy="1608627"/>
          </a:xfrm>
        </p:spPr>
        <p:txBody>
          <a:bodyPr anchor="b"/>
          <a:lstStyle>
            <a:lvl1pPr>
              <a:defRPr sz="33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2587947"/>
            <a:ext cx="9314796" cy="845939"/>
          </a:xfrm>
        </p:spPr>
        <p:txBody>
          <a:bodyPr/>
          <a:lstStyle>
            <a:lvl1pPr marL="0" indent="0">
              <a:buNone/>
              <a:defRPr sz="1353">
                <a:solidFill>
                  <a:schemeClr val="tx1">
                    <a:tint val="75000"/>
                  </a:schemeClr>
                </a:solidFill>
              </a:defRPr>
            </a:lvl1pPr>
            <a:lvl2pPr marL="257815" indent="0">
              <a:buNone/>
              <a:defRPr sz="1128">
                <a:solidFill>
                  <a:schemeClr val="tx1">
                    <a:tint val="75000"/>
                  </a:schemeClr>
                </a:solidFill>
              </a:defRPr>
            </a:lvl2pPr>
            <a:lvl3pPr marL="51563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3445" indent="0">
              <a:buNone/>
              <a:defRPr sz="902">
                <a:solidFill>
                  <a:schemeClr val="tx1">
                    <a:tint val="75000"/>
                  </a:schemeClr>
                </a:solidFill>
              </a:defRPr>
            </a:lvl4pPr>
            <a:lvl5pPr marL="1031260" indent="0">
              <a:buNone/>
              <a:defRPr sz="902">
                <a:solidFill>
                  <a:schemeClr val="tx1">
                    <a:tint val="75000"/>
                  </a:schemeClr>
                </a:solidFill>
              </a:defRPr>
            </a:lvl5pPr>
            <a:lvl6pPr marL="1289075" indent="0">
              <a:buNone/>
              <a:defRPr sz="902">
                <a:solidFill>
                  <a:schemeClr val="tx1">
                    <a:tint val="75000"/>
                  </a:schemeClr>
                </a:solidFill>
              </a:defRPr>
            </a:lvl6pPr>
            <a:lvl7pPr marL="1546890" indent="0">
              <a:buNone/>
              <a:defRPr sz="902">
                <a:solidFill>
                  <a:schemeClr val="tx1">
                    <a:tint val="75000"/>
                  </a:schemeClr>
                </a:solidFill>
              </a:defRPr>
            </a:lvl7pPr>
            <a:lvl8pPr marL="1804706" indent="0">
              <a:buNone/>
              <a:defRPr sz="902">
                <a:solidFill>
                  <a:schemeClr val="tx1">
                    <a:tint val="75000"/>
                  </a:schemeClr>
                </a:solidFill>
              </a:defRPr>
            </a:lvl8pPr>
            <a:lvl9pPr marL="2062521" indent="0">
              <a:buNone/>
              <a:defRPr sz="9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0553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029450"/>
            <a:ext cx="4589899" cy="24536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029450"/>
            <a:ext cx="4589899" cy="24536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303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05890"/>
            <a:ext cx="9314796" cy="7474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947989"/>
            <a:ext cx="4568806" cy="464595"/>
          </a:xfrm>
        </p:spPr>
        <p:txBody>
          <a:bodyPr anchor="b"/>
          <a:lstStyle>
            <a:lvl1pPr marL="0" indent="0">
              <a:buNone/>
              <a:defRPr sz="1353" b="1"/>
            </a:lvl1pPr>
            <a:lvl2pPr marL="257815" indent="0">
              <a:buNone/>
              <a:defRPr sz="1128" b="1"/>
            </a:lvl2pPr>
            <a:lvl3pPr marL="515630" indent="0">
              <a:buNone/>
              <a:defRPr sz="1015" b="1"/>
            </a:lvl3pPr>
            <a:lvl4pPr marL="773445" indent="0">
              <a:buNone/>
              <a:defRPr sz="902" b="1"/>
            </a:lvl4pPr>
            <a:lvl5pPr marL="1031260" indent="0">
              <a:buNone/>
              <a:defRPr sz="902" b="1"/>
            </a:lvl5pPr>
            <a:lvl6pPr marL="1289075" indent="0">
              <a:buNone/>
              <a:defRPr sz="902" b="1"/>
            </a:lvl6pPr>
            <a:lvl7pPr marL="1546890" indent="0">
              <a:buNone/>
              <a:defRPr sz="902" b="1"/>
            </a:lvl7pPr>
            <a:lvl8pPr marL="1804706" indent="0">
              <a:buNone/>
              <a:defRPr sz="902" b="1"/>
            </a:lvl8pPr>
            <a:lvl9pPr marL="2062521" indent="0">
              <a:buNone/>
              <a:defRPr sz="9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412584"/>
            <a:ext cx="4568806" cy="20776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947989"/>
            <a:ext cx="4591306" cy="464595"/>
          </a:xfrm>
        </p:spPr>
        <p:txBody>
          <a:bodyPr anchor="b"/>
          <a:lstStyle>
            <a:lvl1pPr marL="0" indent="0">
              <a:buNone/>
              <a:defRPr sz="1353" b="1"/>
            </a:lvl1pPr>
            <a:lvl2pPr marL="257815" indent="0">
              <a:buNone/>
              <a:defRPr sz="1128" b="1"/>
            </a:lvl2pPr>
            <a:lvl3pPr marL="515630" indent="0">
              <a:buNone/>
              <a:defRPr sz="1015" b="1"/>
            </a:lvl3pPr>
            <a:lvl4pPr marL="773445" indent="0">
              <a:buNone/>
              <a:defRPr sz="902" b="1"/>
            </a:lvl4pPr>
            <a:lvl5pPr marL="1031260" indent="0">
              <a:buNone/>
              <a:defRPr sz="902" b="1"/>
            </a:lvl5pPr>
            <a:lvl6pPr marL="1289075" indent="0">
              <a:buNone/>
              <a:defRPr sz="902" b="1"/>
            </a:lvl6pPr>
            <a:lvl7pPr marL="1546890" indent="0">
              <a:buNone/>
              <a:defRPr sz="902" b="1"/>
            </a:lvl7pPr>
            <a:lvl8pPr marL="1804706" indent="0">
              <a:buNone/>
              <a:defRPr sz="902" b="1"/>
            </a:lvl8pPr>
            <a:lvl9pPr marL="2062521" indent="0">
              <a:buNone/>
              <a:defRPr sz="90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412584"/>
            <a:ext cx="4591306" cy="20776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495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049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440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57810"/>
            <a:ext cx="3483204" cy="902335"/>
          </a:xfrm>
        </p:spPr>
        <p:txBody>
          <a:bodyPr anchor="b"/>
          <a:lstStyle>
            <a:lvl1pPr>
              <a:defRPr sz="18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556798"/>
            <a:ext cx="5467380" cy="2748183"/>
          </a:xfrm>
        </p:spPr>
        <p:txBody>
          <a:bodyPr/>
          <a:lstStyle>
            <a:lvl1pPr>
              <a:defRPr sz="1804"/>
            </a:lvl1pPr>
            <a:lvl2pPr>
              <a:defRPr sz="1579"/>
            </a:lvl2pPr>
            <a:lvl3pPr>
              <a:defRPr sz="1353"/>
            </a:lvl3pPr>
            <a:lvl4pPr>
              <a:defRPr sz="1128"/>
            </a:lvl4pPr>
            <a:lvl5pPr>
              <a:defRPr sz="1128"/>
            </a:lvl5pPr>
            <a:lvl6pPr>
              <a:defRPr sz="1128"/>
            </a:lvl6pPr>
            <a:lvl7pPr>
              <a:defRPr sz="1128"/>
            </a:lvl7pPr>
            <a:lvl8pPr>
              <a:defRPr sz="1128"/>
            </a:lvl8pPr>
            <a:lvl9pPr>
              <a:defRPr sz="11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160145"/>
            <a:ext cx="3483204" cy="2149312"/>
          </a:xfrm>
        </p:spPr>
        <p:txBody>
          <a:bodyPr/>
          <a:lstStyle>
            <a:lvl1pPr marL="0" indent="0">
              <a:buNone/>
              <a:defRPr sz="902"/>
            </a:lvl1pPr>
            <a:lvl2pPr marL="257815" indent="0">
              <a:buNone/>
              <a:defRPr sz="789"/>
            </a:lvl2pPr>
            <a:lvl3pPr marL="515630" indent="0">
              <a:buNone/>
              <a:defRPr sz="677"/>
            </a:lvl3pPr>
            <a:lvl4pPr marL="773445" indent="0">
              <a:buNone/>
              <a:defRPr sz="564"/>
            </a:lvl4pPr>
            <a:lvl5pPr marL="1031260" indent="0">
              <a:buNone/>
              <a:defRPr sz="564"/>
            </a:lvl5pPr>
            <a:lvl6pPr marL="1289075" indent="0">
              <a:buNone/>
              <a:defRPr sz="564"/>
            </a:lvl6pPr>
            <a:lvl7pPr marL="1546890" indent="0">
              <a:buNone/>
              <a:defRPr sz="564"/>
            </a:lvl7pPr>
            <a:lvl8pPr marL="1804706" indent="0">
              <a:buNone/>
              <a:defRPr sz="564"/>
            </a:lvl8pPr>
            <a:lvl9pPr marL="2062521" indent="0">
              <a:buNone/>
              <a:defRPr sz="56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873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57810"/>
            <a:ext cx="3483204" cy="902335"/>
          </a:xfrm>
        </p:spPr>
        <p:txBody>
          <a:bodyPr anchor="b"/>
          <a:lstStyle>
            <a:lvl1pPr>
              <a:defRPr sz="18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556798"/>
            <a:ext cx="5467380" cy="2748183"/>
          </a:xfrm>
        </p:spPr>
        <p:txBody>
          <a:bodyPr anchor="t"/>
          <a:lstStyle>
            <a:lvl1pPr marL="0" indent="0">
              <a:buNone/>
              <a:defRPr sz="1804"/>
            </a:lvl1pPr>
            <a:lvl2pPr marL="257815" indent="0">
              <a:buNone/>
              <a:defRPr sz="1579"/>
            </a:lvl2pPr>
            <a:lvl3pPr marL="515630" indent="0">
              <a:buNone/>
              <a:defRPr sz="1353"/>
            </a:lvl3pPr>
            <a:lvl4pPr marL="773445" indent="0">
              <a:buNone/>
              <a:defRPr sz="1128"/>
            </a:lvl4pPr>
            <a:lvl5pPr marL="1031260" indent="0">
              <a:buNone/>
              <a:defRPr sz="1128"/>
            </a:lvl5pPr>
            <a:lvl6pPr marL="1289075" indent="0">
              <a:buNone/>
              <a:defRPr sz="1128"/>
            </a:lvl6pPr>
            <a:lvl7pPr marL="1546890" indent="0">
              <a:buNone/>
              <a:defRPr sz="1128"/>
            </a:lvl7pPr>
            <a:lvl8pPr marL="1804706" indent="0">
              <a:buNone/>
              <a:defRPr sz="1128"/>
            </a:lvl8pPr>
            <a:lvl9pPr marL="2062521" indent="0">
              <a:buNone/>
              <a:defRPr sz="112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160145"/>
            <a:ext cx="3483204" cy="2149312"/>
          </a:xfrm>
        </p:spPr>
        <p:txBody>
          <a:bodyPr/>
          <a:lstStyle>
            <a:lvl1pPr marL="0" indent="0">
              <a:buNone/>
              <a:defRPr sz="902"/>
            </a:lvl1pPr>
            <a:lvl2pPr marL="257815" indent="0">
              <a:buNone/>
              <a:defRPr sz="789"/>
            </a:lvl2pPr>
            <a:lvl3pPr marL="515630" indent="0">
              <a:buNone/>
              <a:defRPr sz="677"/>
            </a:lvl3pPr>
            <a:lvl4pPr marL="773445" indent="0">
              <a:buNone/>
              <a:defRPr sz="564"/>
            </a:lvl4pPr>
            <a:lvl5pPr marL="1031260" indent="0">
              <a:buNone/>
              <a:defRPr sz="564"/>
            </a:lvl5pPr>
            <a:lvl6pPr marL="1289075" indent="0">
              <a:buNone/>
              <a:defRPr sz="564"/>
            </a:lvl6pPr>
            <a:lvl7pPr marL="1546890" indent="0">
              <a:buNone/>
              <a:defRPr sz="564"/>
            </a:lvl7pPr>
            <a:lvl8pPr marL="1804706" indent="0">
              <a:buNone/>
              <a:defRPr sz="564"/>
            </a:lvl8pPr>
            <a:lvl9pPr marL="2062521" indent="0">
              <a:buNone/>
              <a:defRPr sz="56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586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9472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05890"/>
            <a:ext cx="2328699" cy="32772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05890"/>
            <a:ext cx="6851100" cy="32772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24943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05890"/>
            <a:ext cx="9314796" cy="74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029450"/>
            <a:ext cx="9314796" cy="245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3584275"/>
            <a:ext cx="2429947" cy="2058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72521-F8B0-44E5-A412-ABE21B40BEE8}" type="datetimeFigureOut">
              <a:rPr lang="vi-VN" smtClean="0"/>
              <a:t>19/09/2023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3584275"/>
            <a:ext cx="3644920" cy="2058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3584275"/>
            <a:ext cx="2429947" cy="2058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970EB-3CC3-4CA2-ADD3-A904DFE6A0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3902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5630" rtl="0" eaLnBrk="1" latinLnBrk="0" hangingPunct="1">
        <a:lnSpc>
          <a:spcPct val="90000"/>
        </a:lnSpc>
        <a:spcBef>
          <a:spcPct val="0"/>
        </a:spcBef>
        <a:buNone/>
        <a:defRPr sz="24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908" indent="-128908" algn="l" defTabSz="515630" rtl="0" eaLnBrk="1" latinLnBrk="0" hangingPunct="1">
        <a:lnSpc>
          <a:spcPct val="90000"/>
        </a:lnSpc>
        <a:spcBef>
          <a:spcPts val="564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386723" indent="-128908" algn="l" defTabSz="515630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353" kern="1200">
          <a:solidFill>
            <a:schemeClr val="tx1"/>
          </a:solidFill>
          <a:latin typeface="+mn-lt"/>
          <a:ea typeface="+mn-ea"/>
          <a:cs typeface="+mn-cs"/>
        </a:defRPr>
      </a:lvl2pPr>
      <a:lvl3pPr marL="644538" indent="-128908" algn="l" defTabSz="515630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128" kern="1200">
          <a:solidFill>
            <a:schemeClr val="tx1"/>
          </a:solidFill>
          <a:latin typeface="+mn-lt"/>
          <a:ea typeface="+mn-ea"/>
          <a:cs typeface="+mn-cs"/>
        </a:defRPr>
      </a:lvl3pPr>
      <a:lvl4pPr marL="902353" indent="-128908" algn="l" defTabSz="515630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160168" indent="-128908" algn="l" defTabSz="515630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417983" indent="-128908" algn="l" defTabSz="515630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5798" indent="-128908" algn="l" defTabSz="515630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33613" indent="-128908" algn="l" defTabSz="515630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91428" indent="-128908" algn="l" defTabSz="515630" rtl="0" eaLnBrk="1" latinLnBrk="0" hangingPunct="1">
        <a:lnSpc>
          <a:spcPct val="90000"/>
        </a:lnSpc>
        <a:spcBef>
          <a:spcPts val="282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563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815" algn="l" defTabSz="51563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5630" algn="l" defTabSz="51563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3445" algn="l" defTabSz="51563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31260" algn="l" defTabSz="51563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9075" algn="l" defTabSz="51563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6890" algn="l" defTabSz="51563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4706" algn="l" defTabSz="51563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62521" algn="l" defTabSz="51563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cmue.edu.v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cmue.edu.v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0A37-C816-E04F-AB8F-A3181AD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D8EF6-B565-608C-7070-2D30C30BE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 descr="A building with a red and white flag&#10;&#10;Description automatically generated">
            <a:extLst>
              <a:ext uri="{FF2B5EF4-FFF2-40B4-BE49-F238E27FC236}">
                <a16:creationId xmlns:a16="http://schemas.microsoft.com/office/drawing/2014/main" id="{5C0CC6A2-F155-569B-C6DB-83DFD0D9E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69"/>
            <a:ext cx="10800000" cy="38620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FAFA8C-C200-A9DB-5821-224956568F95}"/>
              </a:ext>
            </a:extLst>
          </p:cNvPr>
          <p:cNvSpPr txBox="1"/>
          <p:nvPr/>
        </p:nvSpPr>
        <p:spPr>
          <a:xfrm>
            <a:off x="4138612" y="567101"/>
            <a:ext cx="6431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Bree Serif" panose="02000503040000020004" pitchFamily="50" charset="0"/>
              </a:rPr>
              <a:t>Ông</a:t>
            </a:r>
            <a:r>
              <a:rPr lang="en-US" sz="2400" dirty="0">
                <a:solidFill>
                  <a:schemeClr val="bg1"/>
                </a:solidFill>
                <a:latin typeface="Bree Serif" panose="02000503040000020004" pitchFamily="50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Bree Serif" panose="02000503040000020004" pitchFamily="50" charset="0"/>
              </a:rPr>
              <a:t>Nguyễn</a:t>
            </a:r>
            <a:r>
              <a:rPr lang="en-US" sz="2400" dirty="0">
                <a:solidFill>
                  <a:schemeClr val="bg1"/>
                </a:solidFill>
                <a:latin typeface="Bree Serif" panose="02000503040000020004" pitchFamily="50" charset="0"/>
              </a:rPr>
              <a:t> Văn A</a:t>
            </a:r>
            <a:endParaRPr lang="vi-VN" sz="2400" dirty="0">
              <a:solidFill>
                <a:schemeClr val="bg1"/>
              </a:solidFill>
              <a:latin typeface="Bree Serif" panose="02000503040000020004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D697C-EC51-7447-81E4-451748AA08CF}"/>
              </a:ext>
            </a:extLst>
          </p:cNvPr>
          <p:cNvSpPr txBox="1"/>
          <p:nvPr/>
        </p:nvSpPr>
        <p:spPr>
          <a:xfrm>
            <a:off x="4138612" y="963042"/>
            <a:ext cx="643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Chuyên </a:t>
            </a:r>
            <a:r>
              <a:rPr lang="en-US" dirty="0" err="1">
                <a:solidFill>
                  <a:srgbClr val="C04646"/>
                </a:solidFill>
                <a:latin typeface="Bree Serif" panose="02000503040000020004" pitchFamily="50" charset="0"/>
              </a:rPr>
              <a:t>viên</a:t>
            </a:r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 </a:t>
            </a:r>
            <a:r>
              <a:rPr lang="en-US" dirty="0" err="1">
                <a:solidFill>
                  <a:srgbClr val="C04646"/>
                </a:solidFill>
                <a:latin typeface="Bree Serif" panose="02000503040000020004" pitchFamily="50" charset="0"/>
              </a:rPr>
              <a:t>Phòng</a:t>
            </a:r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 </a:t>
            </a:r>
            <a:r>
              <a:rPr lang="en-US" dirty="0" err="1">
                <a:solidFill>
                  <a:srgbClr val="C04646"/>
                </a:solidFill>
                <a:latin typeface="Bree Serif" panose="02000503040000020004" pitchFamily="50" charset="0"/>
              </a:rPr>
              <a:t>Tổ</a:t>
            </a:r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 </a:t>
            </a:r>
            <a:r>
              <a:rPr lang="en-US" dirty="0" err="1">
                <a:solidFill>
                  <a:srgbClr val="C04646"/>
                </a:solidFill>
                <a:latin typeface="Bree Serif" panose="02000503040000020004" pitchFamily="50" charset="0"/>
              </a:rPr>
              <a:t>chức</a:t>
            </a:r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 - </a:t>
            </a:r>
            <a:r>
              <a:rPr lang="en-US" dirty="0" err="1">
                <a:solidFill>
                  <a:srgbClr val="C04646"/>
                </a:solidFill>
                <a:latin typeface="Bree Serif" panose="02000503040000020004" pitchFamily="50" charset="0"/>
              </a:rPr>
              <a:t>Hành</a:t>
            </a:r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 </a:t>
            </a:r>
            <a:r>
              <a:rPr lang="en-US" dirty="0" err="1">
                <a:solidFill>
                  <a:srgbClr val="C04646"/>
                </a:solidFill>
                <a:latin typeface="Bree Serif" panose="02000503040000020004" pitchFamily="50" charset="0"/>
              </a:rPr>
              <a:t>chính</a:t>
            </a:r>
            <a:endParaRPr lang="vi-VN" dirty="0">
              <a:solidFill>
                <a:srgbClr val="C04646"/>
              </a:solidFill>
              <a:latin typeface="Bree Serif" panose="02000503040000020004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3EC183-A50F-3F1B-82A4-A7DDAB77A4CC}"/>
              </a:ext>
            </a:extLst>
          </p:cNvPr>
          <p:cNvSpPr txBox="1"/>
          <p:nvPr/>
        </p:nvSpPr>
        <p:spPr>
          <a:xfrm>
            <a:off x="4138612" y="1314571"/>
            <a:ext cx="6431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solidFill>
                  <a:schemeClr val="bg1"/>
                </a:solidFill>
                <a:latin typeface="Bree Serif" panose="02000503040000020004" pitchFamily="50" charset="0"/>
              </a:rPr>
              <a:t>280 An Dương Vương, Phường 4, Quận 5, Thành phố Hồ Chí Minh, Việt Nam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65B0AF-1604-0FB1-A7E2-150A38C3D0D3}"/>
              </a:ext>
            </a:extLst>
          </p:cNvPr>
          <p:cNvSpPr txBox="1"/>
          <p:nvPr/>
        </p:nvSpPr>
        <p:spPr>
          <a:xfrm>
            <a:off x="4368483" y="1617495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chemeClr val="bg1"/>
                </a:solidFill>
                <a:latin typeface="Bree Serif" panose="02000503040000020004" pitchFamily="50" charset="0"/>
              </a:rPr>
              <a:t>(028) 3835 2020 – Nhánh 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EBBF6-081B-E477-E1CF-90C904813604}"/>
              </a:ext>
            </a:extLst>
          </p:cNvPr>
          <p:cNvSpPr txBox="1"/>
          <p:nvPr/>
        </p:nvSpPr>
        <p:spPr>
          <a:xfrm>
            <a:off x="4368483" y="1863716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chemeClr val="bg1"/>
                </a:solidFill>
                <a:latin typeface="Bree Serif" panose="02000503040000020004" pitchFamily="50" charset="0"/>
              </a:rPr>
              <a:t>anv@hcmue.edu.vn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5D6C6-A57C-70E1-F571-0B87FC1DA562}"/>
              </a:ext>
            </a:extLst>
          </p:cNvPr>
          <p:cNvSpPr txBox="1"/>
          <p:nvPr/>
        </p:nvSpPr>
        <p:spPr>
          <a:xfrm>
            <a:off x="4368483" y="2094070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chemeClr val="bg1"/>
                </a:solidFill>
                <a:latin typeface="Bree Serif" panose="02000503040000020004" pitchFamily="50" charset="0"/>
              </a:rPr>
              <a:t>www.hcmue.edu.vn</a:t>
            </a:r>
          </a:p>
        </p:txBody>
      </p:sp>
    </p:spTree>
    <p:extLst>
      <p:ext uri="{BB962C8B-B14F-4D97-AF65-F5344CB8AC3E}">
        <p14:creationId xmlns:p14="http://schemas.microsoft.com/office/powerpoint/2010/main" val="3863651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83D4-33F6-B8BC-C6B8-C8C863D65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8B55C-E93C-68D9-8BED-22DAB2BAB2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7" name="Picture 6" descr="A building with red and blue stripes&#10;&#10;Description automatically generated">
            <a:extLst>
              <a:ext uri="{FF2B5EF4-FFF2-40B4-BE49-F238E27FC236}">
                <a16:creationId xmlns:a16="http://schemas.microsoft.com/office/drawing/2014/main" id="{8A2FDBB8-275F-93E7-AA47-A35C9DDE7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0" cy="386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019CBD-8613-D727-4AAB-A5E08EFF84DC}"/>
              </a:ext>
            </a:extLst>
          </p:cNvPr>
          <p:cNvSpPr txBox="1"/>
          <p:nvPr/>
        </p:nvSpPr>
        <p:spPr>
          <a:xfrm>
            <a:off x="4138612" y="567101"/>
            <a:ext cx="6431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84974"/>
                </a:solidFill>
                <a:latin typeface="Bree Serif" panose="02000503040000020004" pitchFamily="50" charset="0"/>
              </a:rPr>
              <a:t>ThS</a:t>
            </a:r>
            <a:r>
              <a:rPr lang="en-US" sz="2400" dirty="0">
                <a:solidFill>
                  <a:srgbClr val="084974"/>
                </a:solidFill>
                <a:latin typeface="Bree Serif" panose="02000503040000020004" pitchFamily="50" charset="0"/>
              </a:rPr>
              <a:t>. </a:t>
            </a:r>
            <a:r>
              <a:rPr lang="en-US" sz="2400" dirty="0" err="1">
                <a:solidFill>
                  <a:srgbClr val="084974"/>
                </a:solidFill>
                <a:latin typeface="Bree Serif" panose="02000503040000020004" pitchFamily="50" charset="0"/>
              </a:rPr>
              <a:t>Nguyễn</a:t>
            </a:r>
            <a:r>
              <a:rPr lang="en-US" sz="2400" dirty="0">
                <a:solidFill>
                  <a:srgbClr val="084974"/>
                </a:solidFill>
                <a:latin typeface="Bree Serif" panose="02000503040000020004" pitchFamily="50" charset="0"/>
              </a:rPr>
              <a:t> Văn A</a:t>
            </a:r>
            <a:endParaRPr lang="vi-VN" sz="2400" dirty="0">
              <a:solidFill>
                <a:srgbClr val="084974"/>
              </a:solidFill>
              <a:latin typeface="Bree Serif" panose="0200050304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F00868-4D38-D21F-0624-6162B69CD264}"/>
              </a:ext>
            </a:extLst>
          </p:cNvPr>
          <p:cNvSpPr txBox="1"/>
          <p:nvPr/>
        </p:nvSpPr>
        <p:spPr>
          <a:xfrm>
            <a:off x="4138612" y="963042"/>
            <a:ext cx="643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Giảng </a:t>
            </a:r>
            <a:r>
              <a:rPr lang="en-US" dirty="0" err="1">
                <a:solidFill>
                  <a:srgbClr val="C04646"/>
                </a:solidFill>
                <a:latin typeface="Bree Serif" panose="02000503040000020004" pitchFamily="50" charset="0"/>
              </a:rPr>
              <a:t>viên</a:t>
            </a:r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 Khoa </a:t>
            </a:r>
            <a:r>
              <a:rPr lang="en-US" dirty="0" err="1">
                <a:solidFill>
                  <a:srgbClr val="C04646"/>
                </a:solidFill>
                <a:latin typeface="Bree Serif" panose="02000503040000020004" pitchFamily="50" charset="0"/>
              </a:rPr>
              <a:t>Toán</a:t>
            </a:r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 - Tin </a:t>
            </a:r>
            <a:r>
              <a:rPr lang="en-US" dirty="0" err="1">
                <a:solidFill>
                  <a:srgbClr val="C04646"/>
                </a:solidFill>
                <a:latin typeface="Bree Serif" panose="02000503040000020004" pitchFamily="50" charset="0"/>
              </a:rPr>
              <a:t>học</a:t>
            </a:r>
            <a:endParaRPr lang="vi-VN" dirty="0">
              <a:solidFill>
                <a:srgbClr val="C04646"/>
              </a:solidFill>
              <a:latin typeface="Bree Serif" panose="02000503040000020004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C4E2F-5D42-2D85-74FC-9C20AF5CF7CC}"/>
              </a:ext>
            </a:extLst>
          </p:cNvPr>
          <p:cNvSpPr txBox="1"/>
          <p:nvPr/>
        </p:nvSpPr>
        <p:spPr>
          <a:xfrm>
            <a:off x="4138612" y="1314571"/>
            <a:ext cx="6431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solidFill>
                  <a:srgbClr val="084974"/>
                </a:solidFill>
                <a:latin typeface="Bree Serif" panose="02000503040000020004" pitchFamily="50" charset="0"/>
              </a:rPr>
              <a:t>280 An Dương Vương, Phường 4, Quận 5, Thành phố Hồ Chí Minh, Việt Nam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BA0F20-7982-BF3F-9C97-8EC6AA82FEB5}"/>
              </a:ext>
            </a:extLst>
          </p:cNvPr>
          <p:cNvSpPr txBox="1"/>
          <p:nvPr/>
        </p:nvSpPr>
        <p:spPr>
          <a:xfrm>
            <a:off x="4368483" y="1617495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rgbClr val="084974"/>
                </a:solidFill>
                <a:latin typeface="Bree Serif" panose="02000503040000020004" pitchFamily="50" charset="0"/>
              </a:rPr>
              <a:t>(028) 3835 2020 – Nhánh ...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D111E-BEF5-DF4A-2C90-66B11ADAC78C}"/>
              </a:ext>
            </a:extLst>
          </p:cNvPr>
          <p:cNvSpPr txBox="1"/>
          <p:nvPr/>
        </p:nvSpPr>
        <p:spPr>
          <a:xfrm>
            <a:off x="4368483" y="1863716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rgbClr val="084974"/>
                </a:solidFill>
                <a:latin typeface="Bree Serif" panose="02000503040000020004" pitchFamily="50" charset="0"/>
              </a:rPr>
              <a:t>anv@hcmue.edu.vn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0CB6A4-498B-8F0D-295D-8C7B2291C14B}"/>
              </a:ext>
            </a:extLst>
          </p:cNvPr>
          <p:cNvSpPr txBox="1"/>
          <p:nvPr/>
        </p:nvSpPr>
        <p:spPr>
          <a:xfrm>
            <a:off x="4368483" y="2094070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rgbClr val="084974"/>
                </a:solidFill>
                <a:latin typeface="Bree Serif" panose="02000503040000020004" pitchFamily="50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www.hcmue.edu.vn</a:t>
            </a:r>
            <a:endParaRPr lang="vi-VN" sz="1000" dirty="0">
              <a:solidFill>
                <a:srgbClr val="084974"/>
              </a:solidFill>
              <a:latin typeface="Bree Serif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31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0A37-C816-E04F-AB8F-A3181AD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D8EF6-B565-608C-7070-2D30C30BE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 descr="A building with a red and white flag&#10;&#10;Description automatically generated">
            <a:extLst>
              <a:ext uri="{FF2B5EF4-FFF2-40B4-BE49-F238E27FC236}">
                <a16:creationId xmlns:a16="http://schemas.microsoft.com/office/drawing/2014/main" id="{5C0CC6A2-F155-569B-C6DB-83DFD0D9E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69"/>
            <a:ext cx="10800000" cy="38620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FAFA8C-C200-A9DB-5821-224956568F95}"/>
              </a:ext>
            </a:extLst>
          </p:cNvPr>
          <p:cNvSpPr txBox="1"/>
          <p:nvPr/>
        </p:nvSpPr>
        <p:spPr>
          <a:xfrm>
            <a:off x="4138612" y="567101"/>
            <a:ext cx="6431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ree Serif" panose="02000503040000020004" pitchFamily="50" charset="0"/>
              </a:rPr>
              <a:t>PHÒNG TỔ CHỨC - HÀNH CHÍNH</a:t>
            </a:r>
            <a:endParaRPr lang="vi-VN" sz="2400" dirty="0">
              <a:solidFill>
                <a:schemeClr val="bg1"/>
              </a:solidFill>
              <a:latin typeface="Bree Serif" panose="02000503040000020004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D697C-EC51-7447-81E4-451748AA08CF}"/>
              </a:ext>
            </a:extLst>
          </p:cNvPr>
          <p:cNvSpPr txBox="1"/>
          <p:nvPr/>
        </p:nvSpPr>
        <p:spPr>
          <a:xfrm>
            <a:off x="4138612" y="963042"/>
            <a:ext cx="643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OFFICE OF PERSONNEL AND ADMINISTRATION</a:t>
            </a:r>
            <a:endParaRPr lang="vi-VN" dirty="0">
              <a:solidFill>
                <a:srgbClr val="C04646"/>
              </a:solidFill>
              <a:latin typeface="Bree Serif" panose="02000503040000020004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3EC183-A50F-3F1B-82A4-A7DDAB77A4CC}"/>
              </a:ext>
            </a:extLst>
          </p:cNvPr>
          <p:cNvSpPr txBox="1"/>
          <p:nvPr/>
        </p:nvSpPr>
        <p:spPr>
          <a:xfrm>
            <a:off x="4138612" y="1314571"/>
            <a:ext cx="6431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solidFill>
                  <a:schemeClr val="bg1"/>
                </a:solidFill>
                <a:latin typeface="Bree Serif" panose="02000503040000020004" pitchFamily="50" charset="0"/>
              </a:rPr>
              <a:t>280 An Dương Vương, Phường 4, Quận 5, Thành phố Hồ Chí Minh, Việt Nam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65B0AF-1604-0FB1-A7E2-150A38C3D0D3}"/>
              </a:ext>
            </a:extLst>
          </p:cNvPr>
          <p:cNvSpPr txBox="1"/>
          <p:nvPr/>
        </p:nvSpPr>
        <p:spPr>
          <a:xfrm>
            <a:off x="4368483" y="1617495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chemeClr val="bg1"/>
                </a:solidFill>
                <a:latin typeface="Bree Serif" panose="02000503040000020004" pitchFamily="50" charset="0"/>
              </a:rPr>
              <a:t>(028) 3835 2020 – Nhánh 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EBBF6-081B-E477-E1CF-90C904813604}"/>
              </a:ext>
            </a:extLst>
          </p:cNvPr>
          <p:cNvSpPr txBox="1"/>
          <p:nvPr/>
        </p:nvSpPr>
        <p:spPr>
          <a:xfrm>
            <a:off x="4368483" y="1863716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chemeClr val="bg1"/>
                </a:solidFill>
                <a:latin typeface="Bree Serif" panose="02000503040000020004" pitchFamily="50" charset="0"/>
              </a:rPr>
              <a:t>phongtchc@hcmue.edu.vn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5D6C6-A57C-70E1-F571-0B87FC1DA562}"/>
              </a:ext>
            </a:extLst>
          </p:cNvPr>
          <p:cNvSpPr txBox="1"/>
          <p:nvPr/>
        </p:nvSpPr>
        <p:spPr>
          <a:xfrm>
            <a:off x="4368483" y="2094070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chemeClr val="bg1"/>
                </a:solidFill>
                <a:latin typeface="Bree Serif" panose="02000503040000020004" pitchFamily="50" charset="0"/>
              </a:rPr>
              <a:t>www.hcmue.edu.vn</a:t>
            </a:r>
          </a:p>
        </p:txBody>
      </p:sp>
    </p:spTree>
    <p:extLst>
      <p:ext uri="{BB962C8B-B14F-4D97-AF65-F5344CB8AC3E}">
        <p14:creationId xmlns:p14="http://schemas.microsoft.com/office/powerpoint/2010/main" val="472813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83D4-33F6-B8BC-C6B8-C8C863D65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8B55C-E93C-68D9-8BED-22DAB2BAB2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7" name="Picture 6" descr="A building with red and blue stripes&#10;&#10;Description automatically generated">
            <a:extLst>
              <a:ext uri="{FF2B5EF4-FFF2-40B4-BE49-F238E27FC236}">
                <a16:creationId xmlns:a16="http://schemas.microsoft.com/office/drawing/2014/main" id="{8A2FDBB8-275F-93E7-AA47-A35C9DDE7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0" cy="386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019CBD-8613-D727-4AAB-A5E08EFF84DC}"/>
              </a:ext>
            </a:extLst>
          </p:cNvPr>
          <p:cNvSpPr txBox="1"/>
          <p:nvPr/>
        </p:nvSpPr>
        <p:spPr>
          <a:xfrm>
            <a:off x="4138612" y="567101"/>
            <a:ext cx="6431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84974"/>
                </a:solidFill>
                <a:latin typeface="Bree Serif" panose="02000503040000020004" pitchFamily="50" charset="0"/>
              </a:rPr>
              <a:t>PHÒNG TỔ CHỨC - HÀNH CHÍNH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F00868-4D38-D21F-0624-6162B69CD264}"/>
              </a:ext>
            </a:extLst>
          </p:cNvPr>
          <p:cNvSpPr txBox="1"/>
          <p:nvPr/>
        </p:nvSpPr>
        <p:spPr>
          <a:xfrm>
            <a:off x="4138612" y="963042"/>
            <a:ext cx="643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4646"/>
                </a:solidFill>
                <a:latin typeface="Bree Serif" panose="02000503040000020004" pitchFamily="50" charset="0"/>
              </a:rPr>
              <a:t>OFFICE OF PERSONNEL AND ADMINISTRATION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C4E2F-5D42-2D85-74FC-9C20AF5CF7CC}"/>
              </a:ext>
            </a:extLst>
          </p:cNvPr>
          <p:cNvSpPr txBox="1"/>
          <p:nvPr/>
        </p:nvSpPr>
        <p:spPr>
          <a:xfrm>
            <a:off x="4138612" y="1314571"/>
            <a:ext cx="6431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solidFill>
                  <a:srgbClr val="084974"/>
                </a:solidFill>
                <a:latin typeface="Bree Serif" panose="02000503040000020004" pitchFamily="50" charset="0"/>
              </a:rPr>
              <a:t>280 An Dương Vương, Phường 4, Quận 5, Thành phố Hồ Chí Minh, Việt Nam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BA0F20-7982-BF3F-9C97-8EC6AA82FEB5}"/>
              </a:ext>
            </a:extLst>
          </p:cNvPr>
          <p:cNvSpPr txBox="1"/>
          <p:nvPr/>
        </p:nvSpPr>
        <p:spPr>
          <a:xfrm>
            <a:off x="4368483" y="1617495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rgbClr val="084974"/>
                </a:solidFill>
                <a:latin typeface="Bree Serif" panose="02000503040000020004" pitchFamily="50" charset="0"/>
              </a:rPr>
              <a:t>(028) 3835 2020 – Nhánh ...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D111E-BEF5-DF4A-2C90-66B11ADAC78C}"/>
              </a:ext>
            </a:extLst>
          </p:cNvPr>
          <p:cNvSpPr txBox="1"/>
          <p:nvPr/>
        </p:nvSpPr>
        <p:spPr>
          <a:xfrm>
            <a:off x="4368483" y="1863716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rgbClr val="084974"/>
                </a:solidFill>
                <a:latin typeface="Bree Serif" panose="02000503040000020004" pitchFamily="50" charset="0"/>
              </a:rPr>
              <a:t>phongtchc@hcmue.edu.vn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0CB6A4-498B-8F0D-295D-8C7B2291C14B}"/>
              </a:ext>
            </a:extLst>
          </p:cNvPr>
          <p:cNvSpPr txBox="1"/>
          <p:nvPr/>
        </p:nvSpPr>
        <p:spPr>
          <a:xfrm>
            <a:off x="4368483" y="2094070"/>
            <a:ext cx="643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000" dirty="0">
                <a:solidFill>
                  <a:srgbClr val="084974"/>
                </a:solidFill>
                <a:latin typeface="Bree Serif" panose="02000503040000020004" pitchFamily="50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www.hcmue.edu.vn</a:t>
            </a:r>
            <a:endParaRPr lang="vi-VN" sz="1000" dirty="0">
              <a:solidFill>
                <a:srgbClr val="084974"/>
              </a:solidFill>
              <a:latin typeface="Bree Serif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013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210</Words>
  <Application>Microsoft Office PowerPoint</Application>
  <PresentationFormat>Custom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Bree Serif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Duong Xuan Huy</dc:creator>
  <cp:lastModifiedBy>Duong Xuan Huy</cp:lastModifiedBy>
  <cp:revision>2</cp:revision>
  <dcterms:created xsi:type="dcterms:W3CDTF">2023-09-19T03:37:58Z</dcterms:created>
  <dcterms:modified xsi:type="dcterms:W3CDTF">2023-09-19T03:48:20Z</dcterms:modified>
</cp:coreProperties>
</file>